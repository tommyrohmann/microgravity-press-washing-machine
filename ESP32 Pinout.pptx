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100" d="100"/>
          <a:sy n="100" d="100"/>
        </p:scale>
        <p:origin x="-1123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EE5B-C3D8-3F1A-A85D-2B89451BE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0CB44-1200-3B16-4D76-62EF8E6DD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E3860-B11C-675E-43C1-E4875403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381D5-6304-0BA2-65CE-1459438D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355F5-7994-CD8B-9366-E4CC040D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3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233C-3397-3FDE-239F-035FED6D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3117E-E084-E5FC-999E-EC84D44A7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2E183-A781-E213-91CA-2CCFC75B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D7C45-20AE-88DA-4864-636EA3D4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D9ED0-55DF-A951-629B-FA6D17DB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5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E148C-B1AF-3386-4F40-66A4D03E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4FF9C-C2DA-4D53-BDEE-BA33CF906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161ED-F447-E6E1-FB12-80AE68B2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11F3-6E36-3CCC-CE6E-E58F155F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E1BE0-411D-D9D1-DD1A-A3142335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2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DBE2-A805-AA51-CFAF-493F0934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A24EB-6CA4-5407-C2E7-DB5AF0F50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F165A-9E8F-F157-E7A9-A0A4A6905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D4805-677A-DD4E-C6CE-4FC10C50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BCA5F-0E79-A4D7-24B3-3AFE136B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B60C7-E38B-E5C8-244B-62D4FFF6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2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9821-5841-3D62-3AEF-54E0478E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D38D9-C4BA-2B28-7F23-AB5745A47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36930-4253-EBDF-7074-C4A051F0A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7FAF9-0A9A-966B-67AA-FDFD4B5F6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DC801-4B18-2158-C40A-D84AA8DCA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6E64D-C758-8044-C454-6B5157CF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D847D-E301-E50C-B2FD-308576065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9B92A-5407-C519-2E8D-CE5561F6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0BC5-ED7B-1BE5-4F4C-15C5B5A0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A4AA0-DD74-6306-7428-2EF1097C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A50DA-90DB-1B69-BDC6-7C0EC5B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492CE-B7EE-CD4F-C644-EA0B45E5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3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5864D-0114-051C-92E5-51CC7A5F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BAD1BD-E0F0-F613-7050-74B37319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6B8B7-BDD5-E2E4-F8D8-92219E39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8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96F1-E48B-125B-09F2-D1BCC6BD7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4685A-9B7A-708D-1965-AEA56D09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8135E-F47E-3159-915F-3AAA31E0F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EAFCA-FA86-9823-3008-3D50C931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D2A06-7B3D-12C9-848A-D190D5B4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82996-5DF8-7A5C-16A7-813F5464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7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87D5-496A-54DD-C268-A0A62504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DFE68-4C36-A145-124F-2900EDD69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2789A-A8BC-12E4-CD95-FD6460507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D7F80-24F5-41CA-D81A-5957E07E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FDCE5-4E8A-EB7C-133B-4EAAE2CB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ECA66-A89D-9D65-B71F-54758FD6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9263-C797-0E6B-3D0D-1325BD05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3D3ED-4B49-1001-88D1-29941B2E4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4E79-394B-39D6-1582-0D3AFA9AE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E582-4534-8C2C-3E50-3EE8DCCB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E082E-0019-F2D5-82B5-1DD755F1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CFDF15-BFF1-44D4-B44A-6ABB662F4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7B55F-607F-46D8-E6B6-7FBEC717E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99C6-D649-2ACC-6404-F6EC06D9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C103F-6BC2-71F5-7BB1-8FB0EF71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5078-B75B-838F-14BB-C19795C2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22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B3B8B-62B9-FA7A-7AF7-6658E479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A00C8-1F53-4AAB-67D8-60C02B9D6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7320-7229-0A35-D2F2-87566535E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209DD-4A03-4874-8087-53A2E0600B5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37E30-6D76-D264-7DC8-315663618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52E47-36F9-AABF-5972-B75500506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FB880-6C7D-41C6-B833-C7432904E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6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sp32 Devkit V1 Pinout And Specification 58 Off/esp32 Analog Pinout">
            <a:extLst>
              <a:ext uri="{FF2B5EF4-FFF2-40B4-BE49-F238E27FC236}">
                <a16:creationId xmlns:a16="http://schemas.microsoft.com/office/drawing/2014/main" id="{4F590A64-B560-DF39-AA7E-074943F0C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9" y="-63691"/>
            <a:ext cx="10572848" cy="692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05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Tommy Rohmann</dc:creator>
  <cp:lastModifiedBy>Tommy Rohmann</cp:lastModifiedBy>
  <cp:revision>1</cp:revision>
  <dcterms:created xsi:type="dcterms:W3CDTF">2026-09-24T00:07:49Z</dcterms:created>
  <dcterms:modified xsi:type="dcterms:W3CDTF">2026-09-27T17:01:54Z</dcterms:modified>
</cp:coreProperties>
</file>